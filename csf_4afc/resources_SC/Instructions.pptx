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04"/>
    <p:restoredTop sz="94658"/>
  </p:normalViewPr>
  <p:slideViewPr>
    <p:cSldViewPr snapToGrid="0">
      <p:cViewPr varScale="1">
        <p:scale>
          <a:sx n="97" d="100"/>
          <a:sy n="97" d="100"/>
        </p:scale>
        <p:origin x="21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2627F-6F74-8E4B-B9E3-9A6DE792D0B2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EB67A-4632-FA4D-81DC-7D3676F7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23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EB67A-4632-FA4D-81DC-7D3676F7D4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33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B5D3-7859-17D4-66E8-1996DA860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46AD4-1187-D1A2-013B-C13532684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83B5-82E5-4585-0CA9-BC8360FA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472C-BB1B-8DB9-AFCF-CB18EC56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8F79-C6D9-9DCF-6315-6B38BB39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11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563B-6F75-1ED7-ADF2-BCBB05AC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67D7-787D-AF8E-CF7E-813319DF4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85F1-4700-3842-8BDB-66807996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4B297-15EE-C475-067C-FCA3FFDC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DA51-FDA3-C13C-43EA-D70C2F84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7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C6F40-57CB-C8F5-EC71-0EC51BC9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F2E0C-3459-F38F-49BB-67D30E914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B6DA1-33F2-4109-EF10-592AC91B8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200F7-EB16-37AD-A5AC-74363AC2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3CDC-13E9-DA32-DF06-314689B0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98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4930F-E558-55A8-0E4F-3632ED91C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EFBB-70A6-DB64-FDC8-9776CC1F7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C76C8-7642-BC8C-A7E1-2FAA3A46B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9798F-88C5-FA34-7AA0-1E3C3783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57494-FB9E-E057-9028-B5997932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BC782-FAAA-728A-7C66-9A4689C2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3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B66F-4841-2AB9-7D42-0759626D6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7A772-333A-3B4A-A7E8-AC21EF9AC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A1BD3-5C4F-BC90-5AD3-3C3946E08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DF4FC-B5C1-6D8B-1697-FF19100E8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75F9D-4EA3-F5DF-18D2-B530F89CA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19032-A706-DC88-E660-694A4771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FC78F-6932-D74E-9CDF-891D28B7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8DAE5-A4C0-A9CA-DD52-17AADCB2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7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A7FE-6A9E-8B48-54D8-A045FA75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AD7B9-42E4-134B-81FA-53A8BFE0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234FB-E5D7-6A60-8FDD-BCFD3B79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1BD67-76DF-5F35-A51B-81E963F4D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0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E775C-19A6-9DA8-2205-E73C54C5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647C0-C3D8-A12F-7577-70C8B8EDA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02216-3951-C061-B2B7-069AAF65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1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5FD0-5980-551F-F9A4-A93D1087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D321-C07C-4B69-7958-8E4055447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F99AC-EF66-5162-C752-367049B19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5E663-4813-1BE0-E28D-28496A59D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8896D-82E7-8E98-16E3-BFBE5EC2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68232-0BF4-7941-1574-78FDA58F2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1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3742-778F-8C3C-B347-306F9350E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39996-6B5D-07A5-3757-0F4515426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D72A2-22A7-1046-E5F8-C0B997827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B3859-0C67-99EA-7652-81E1DEDD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E0F67-18D7-D115-B479-3329183C2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400EC-A236-6B13-5511-DB28794B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2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316F-2B7D-7B03-1587-D5D41CE6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E5AD1-1CB8-71CD-9B0C-3355D825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14833-27E3-93E4-B65A-B5094178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8A7EA-DA8E-315E-3C38-E5FB3D59B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ADC66-24AE-4385-F3BE-2F86413C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3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3B705-269C-19B8-2BDE-7657B2DDA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C831C8-788F-8CC1-4404-32149096E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26CB4-09BA-03A3-65B1-9104CCD72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54E7A-60B5-6469-5B1C-9476C84D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8DD9C-89AA-ACAD-625A-3416A060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3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B5972-A4AD-2C9B-E894-96F5559C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882E5-55DD-02C2-EDB1-DAB8A1CE0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7591-8E01-B321-A4A1-085E73D226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A81F4-90DE-0147-8294-AEDBFCCA748C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9B3EB-0AEE-7913-D796-E8C433F6A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6B24A-49D3-F098-BD97-D744B96C9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F974C-9240-6C4E-9B8E-92595E0CB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16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0310720-2535-18AE-CBF2-B1C66C640C11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61F0F27-26D9-210C-402B-542B0FFCF178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BD5E27D-5CDE-11EE-5427-33E12F3ED59C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20DCCD16-4E24-7F5B-4C1E-2946E9724FF6}"/>
                  </a:ext>
                </a:extLst>
              </p:cNvPr>
              <p:cNvSpPr/>
              <p:nvPr/>
            </p:nvSpPr>
            <p:spPr>
              <a:xfrm>
                <a:off x="1719942" y="544320"/>
                <a:ext cx="8752114" cy="561702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538594C-AB25-635B-0956-B987529ADDAE}"/>
                </a:ext>
              </a:extLst>
            </p:cNvPr>
            <p:cNvGrpSpPr/>
            <p:nvPr/>
          </p:nvGrpSpPr>
          <p:grpSpPr>
            <a:xfrm>
              <a:off x="2117797" y="720566"/>
              <a:ext cx="7966023" cy="5266578"/>
              <a:chOff x="2117797" y="720566"/>
              <a:chExt cx="7966023" cy="5266578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6B8580B-E0CB-2A4F-CA55-AFF049C3C897}"/>
                  </a:ext>
                </a:extLst>
              </p:cNvPr>
              <p:cNvGrpSpPr/>
              <p:nvPr/>
            </p:nvGrpSpPr>
            <p:grpSpPr>
              <a:xfrm>
                <a:off x="2117797" y="3590867"/>
                <a:ext cx="7966023" cy="2396277"/>
                <a:chOff x="2117797" y="3590867"/>
                <a:chExt cx="7966023" cy="2396277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C3637334-2CDF-175A-73D9-1897A26E82BB}"/>
                    </a:ext>
                  </a:extLst>
                </p:cNvPr>
                <p:cNvGrpSpPr/>
                <p:nvPr/>
              </p:nvGrpSpPr>
              <p:grpSpPr>
                <a:xfrm>
                  <a:off x="2117797" y="3590867"/>
                  <a:ext cx="7966023" cy="1800000"/>
                  <a:chOff x="2156928" y="3519150"/>
                  <a:chExt cx="7966023" cy="1800000"/>
                </a:xfrm>
              </p:grpSpPr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8ECAEE81-366B-5271-8926-C498D80443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56928" y="3519150"/>
                    <a:ext cx="1800000" cy="1800000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AABD88FB-5382-E1E8-1DC8-A95C91C2652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212269" y="3519150"/>
                    <a:ext cx="1800000" cy="1800000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BBC727AF-C46B-5AFA-9438-9167F618AAD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267610" y="3519150"/>
                    <a:ext cx="1800000" cy="180000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2713B09D-1D27-4B2F-B153-9A6CB6A500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8322951" y="3519150"/>
                    <a:ext cx="1800000" cy="180000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4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0E7295C-4592-5DF1-7E0A-618DDA721F2F}"/>
                    </a:ext>
                  </a:extLst>
                </p:cNvPr>
                <p:cNvSpPr txBox="1"/>
                <p:nvPr/>
              </p:nvSpPr>
              <p:spPr>
                <a:xfrm>
                  <a:off x="2804437" y="5371591"/>
                  <a:ext cx="426720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7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3B871FD-F1D7-CD30-1ED7-1CAD0E6B8849}"/>
                    </a:ext>
                  </a:extLst>
                </p:cNvPr>
                <p:cNvSpPr txBox="1"/>
                <p:nvPr/>
              </p:nvSpPr>
              <p:spPr>
                <a:xfrm>
                  <a:off x="4859778" y="5371591"/>
                  <a:ext cx="426720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8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4F83071-E537-EE69-ED8D-795800FC410A}"/>
                    </a:ext>
                  </a:extLst>
                </p:cNvPr>
                <p:cNvSpPr txBox="1"/>
                <p:nvPr/>
              </p:nvSpPr>
              <p:spPr>
                <a:xfrm>
                  <a:off x="6915119" y="5371591"/>
                  <a:ext cx="426720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9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56CCD58-ED57-FD58-DFBD-66C40ECCFD6E}"/>
                    </a:ext>
                  </a:extLst>
                </p:cNvPr>
                <p:cNvSpPr txBox="1"/>
                <p:nvPr/>
              </p:nvSpPr>
              <p:spPr>
                <a:xfrm>
                  <a:off x="8970461" y="5371591"/>
                  <a:ext cx="426720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400"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  <a:endParaRPr lang="en-US" sz="3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714AED-22E8-B66C-A9A2-C7DAF2AFCBC7}"/>
                  </a:ext>
                </a:extLst>
              </p:cNvPr>
              <p:cNvSpPr txBox="1"/>
              <p:nvPr/>
            </p:nvSpPr>
            <p:spPr>
              <a:xfrm>
                <a:off x="2344011" y="720566"/>
                <a:ext cx="7503977" cy="2708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Welcome! </a:t>
                </a:r>
              </a:p>
              <a:p>
                <a:pPr algn="ctr"/>
                <a:endParaRPr lang="en-US" sz="3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 task is to judge the </a:t>
                </a:r>
              </a:p>
              <a:p>
                <a:pPr algn="ctr"/>
                <a:r>
                  <a:rPr lang="en-US" sz="3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orientation of the grating</a:t>
                </a:r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follows </a:t>
                </a:r>
              </a:p>
              <a:p>
                <a:pPr algn="ctr"/>
                <a:r>
                  <a:rPr lang="en-US" sz="3400" dirty="0">
                    <a:latin typeface="Arial" panose="020B0604020202020204" pitchFamily="34" charset="0"/>
                    <a:cs typeface="Arial" panose="020B0604020202020204" pitchFamily="34" charset="0"/>
                  </a:rPr>
                  <a:t>by pressing the corresponding keys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063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63DB11-3CA5-2A4D-4AA2-0E543F669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35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</Words>
  <Application>Microsoft Macintosh PowerPoint</Application>
  <PresentationFormat>Widescreen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Chow-Wing-Bom</dc:creator>
  <cp:lastModifiedBy>Hugo Chow-Wing-Bom</cp:lastModifiedBy>
  <cp:revision>4</cp:revision>
  <dcterms:created xsi:type="dcterms:W3CDTF">2026-04-03T12:18:38Z</dcterms:created>
  <dcterms:modified xsi:type="dcterms:W3CDTF">2026-04-06T08:31:42Z</dcterms:modified>
</cp:coreProperties>
</file>